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Мой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DAE8FC"/>
                </a:solidFill>
                <a:latin typeface="Arial"/>
              </a:rPr>
              <a:t>Краткая презентация идеи, ценности и плана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C3D2EB"/>
                </a:solidFill>
                <a:latin typeface="Arial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Идея и 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Создать понятное и полезное решение для выбранной аудитории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Сократить ручные действия и упростить ежедневные процессы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Собрать обратную связь и быстро улучшать 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C3D2EB"/>
                </a:solidFill>
                <a:latin typeface="Arial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3D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Ключевые компоненты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Интерфейс: простой пользовательский сценарий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Логика: обработка данных и автоматизация задач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Результат: измеримые показатели пользы и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C3D2EB"/>
                </a:solidFill>
                <a:latin typeface="Arial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Подготовить прототип и показать его первым пользователям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Определить метрики успеха и критерии готовности</a:t>
            </a:r>
          </a:p>
          <a:p>
            <a:pPr>
              <a:defRPr sz="2100">
                <a:solidFill>
                  <a:srgbClr val="EBF1FF"/>
                </a:solidFill>
                <a:latin typeface="Arial"/>
              </a:defRPr>
            </a:pPr>
            <a:r>
              <a:t>Запланировать улучшения на основе реальных отзывов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C3D2EB"/>
                </a:solidFill>
                <a:latin typeface="Arial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